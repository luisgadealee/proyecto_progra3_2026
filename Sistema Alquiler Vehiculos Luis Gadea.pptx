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9204-3F29-4C3A-BA41-306340020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393CD-7262-4AC7-80E6-52FE6F3F3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0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430AE-0210-4E82-AD7B-41B112DE7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A6662E-FAF4-44BC-88B5-85A7CBFB6D30}" type="datetime1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21974-7DEC-459D-9642-CB5B59C82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31837-C94E-4B5B-BCF0-110C69EDB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120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64CF5-F681-40C2-88CC-E02206C9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04753-4FE4-4A6F-99BB-CFFC92E0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569D1-DB13-4BD9-8BA9-0DEAD98F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671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20B05-7BF6-4073-9106-FA19E972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EE8D7-6B58-4A3F-9DD5-E563D5192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2990E-9F0A-446A-B5B8-459CA8D9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7D9E-721A-44BB-8863-9873FE64DA75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68EAA-4377-45FF-9D7C-9E77BC9F2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7FA71-74C3-44B8-A0AC-E18A1E76B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277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71F12-2D88-4F76-AF46-BD5156C1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AA46-E3EB-4704-B019-F90F1E617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7480F-A530-4D05-9A22-E573FB4BA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56FDA-C47A-4F4A-A364-BA60A25AB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6D8DD-6D84-44D4-8A1B-57615B3ED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8FE31-B577-4017-8AFE-A8BA0959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460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28C9-B8CC-413F-9FFA-626680E4A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3FE72-9D42-45F5-A37F-B12130388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52600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3A31D-9B5F-4DE3-B18D-F7F77782E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66999"/>
            <a:ext cx="5157787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E1D2D-822C-466C-A7B9-1A2D97366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52600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F13B2C-44CA-49C4-BC84-02AF1638F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66999"/>
            <a:ext cx="5183188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3CB55-E9C1-4CE6-9B61-81B71475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22318-747B-4EC9-862C-D9FD488C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BDDDF-16BD-438D-937D-0E3E30E7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027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92D5F-0BD4-4517-9233-E08AF405B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3523B8-51E3-48B8-BFD8-CE9506198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739B90-5D50-4424-B51D-53C391621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F9286-3A00-4D3C-A3F0-50AC9045C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997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792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81A1-6D8E-4DD6-8E49-DABDE6D10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3F18F-F78D-4A31-A6BC-6552105BC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2C2F4-BDF4-4A4F-AA3D-52692932C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3850F-5C87-4F08-9658-EAF049B60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BCE9A-A746-4439-B5D3-966FBC8E5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D3B51-AA2E-4AA1-8062-A0D476D8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441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02CF7-F453-4B3E-9510-D7479798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E2A1B9-8A2A-4B49-8B79-76D3EEB36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9FEA03-0EC4-4085-AE63-4AA492D61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5AD5B-0DEA-4C6F-94D2-FAA99F2E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C6744-7CBA-4A1D-8F87-10699F98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D9048-35FF-4BE9-8157-BE4BAA1C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516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ABDD2-E186-4F25-8FDE-D1E875E9C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18CC5B-A7E0-48B1-8329-6533AC76E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05B1B-77FE-4BFC-BF87-87DA989F0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8531E-1B90-4631-BD37-4BB1DBFAB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A55E8-88DC-4280-8E04-FF50FF8E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062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0633D-90E4-4F5A-9EBF-DDEC2B0B4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D3065-FA3D-42C8-BFDA-967C87F4F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C126F-38E2-4425-861F-98ED43228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645D8-F22A-4354-A8B3-96E8A2D2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E2295-A616-4D57-8800-7B7E213A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718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1CB7E8AE-A3AC-4BB7-A5C6-F00EC697B265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84D45-0ED3-4D03-8E44-5E355C913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54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87D6E-D1E9-489C-9AA9-3575C39BA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49450"/>
            <a:ext cx="10515600" cy="419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64E9C-08EE-4B1B-B3FC-D6D997F4E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246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fld id="{57E0CF6C-748E-4B7A-BC8B-3011EF78ED13}" type="datetime1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0A1F1-38FE-4C27-81E6-A43A54793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246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6B39A-FFD8-42EF-ADC7-7DB3B302F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246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867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8" r:id="rId8"/>
    <p:sldLayoutId id="2147483745" r:id="rId9"/>
    <p:sldLayoutId id="2147483746" r:id="rId10"/>
    <p:sldLayoutId id="214748374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8">
            <a:extLst>
              <a:ext uri="{FF2B5EF4-FFF2-40B4-BE49-F238E27FC236}">
                <a16:creationId xmlns:a16="http://schemas.microsoft.com/office/drawing/2014/main" id="{729F2144-48B7-4730-955E-365ECED3A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E765FF50-D2F9-4A4F-86ED-F101E172B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2A1DC79-1A3D-8F88-2F1D-46EDDBAAD3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513189"/>
            <a:ext cx="5797883" cy="2667000"/>
          </a:xfrm>
        </p:spPr>
        <p:txBody>
          <a:bodyPr anchor="b">
            <a:normAutofit/>
          </a:bodyPr>
          <a:lstStyle/>
          <a:p>
            <a:pPr algn="l"/>
            <a:r>
              <a:rPr lang="en-US" dirty="0">
                <a:solidFill>
                  <a:schemeClr val="tx2"/>
                </a:solidFill>
              </a:rPr>
              <a:t>Sistema Alquiler Vehiculos.</a:t>
            </a:r>
            <a:endParaRPr lang="es-419" dirty="0">
              <a:solidFill>
                <a:schemeClr val="tx2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DBC3454-BE87-DB3E-FDF5-79B71165EF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408788"/>
            <a:ext cx="5797882" cy="1785690"/>
          </a:xfrm>
        </p:spPr>
        <p:txBody>
          <a:bodyPr anchor="t">
            <a:normAutofit/>
          </a:bodyPr>
          <a:lstStyle/>
          <a:p>
            <a:pPr algn="l"/>
            <a:r>
              <a:rPr lang="en-US" sz="2200" dirty="0">
                <a:solidFill>
                  <a:schemeClr val="tx2"/>
                </a:solidFill>
              </a:rPr>
              <a:t>Proyecto </a:t>
            </a:r>
            <a:r>
              <a:rPr lang="en-US" sz="2200" dirty="0" err="1">
                <a:solidFill>
                  <a:schemeClr val="tx2"/>
                </a:solidFill>
              </a:rPr>
              <a:t>por</a:t>
            </a:r>
            <a:r>
              <a:rPr lang="en-US" sz="2200" dirty="0">
                <a:solidFill>
                  <a:schemeClr val="tx2"/>
                </a:solidFill>
              </a:rPr>
              <a:t>: Luis Fernando Gadea Lee</a:t>
            </a:r>
          </a:p>
          <a:p>
            <a:pPr algn="l"/>
            <a:endParaRPr lang="es-419" sz="2200" dirty="0">
              <a:solidFill>
                <a:schemeClr val="tx2"/>
              </a:solidFill>
            </a:endParaRPr>
          </a:p>
        </p:txBody>
      </p:sp>
      <p:pic>
        <p:nvPicPr>
          <p:cNvPr id="17" name="Picture 3">
            <a:extLst>
              <a:ext uri="{FF2B5EF4-FFF2-40B4-BE49-F238E27FC236}">
                <a16:creationId xmlns:a16="http://schemas.microsoft.com/office/drawing/2014/main" id="{C137901A-18D4-8B19-7417-0C8C5C136C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755" r="-2" b="-2"/>
          <a:stretch>
            <a:fillRect/>
          </a:stretch>
        </p:blipFill>
        <p:spPr>
          <a:xfrm>
            <a:off x="7162800" y="10"/>
            <a:ext cx="5029200" cy="569380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4D834C7-8223-43DA-AA30-E15A1BC7B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93812"/>
            <a:ext cx="12192000" cy="116418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62DE6C5-8EB8-4E41-B0FF-93563AA4C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61" y="5693811"/>
            <a:ext cx="12191999" cy="1164188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1762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2BDDC2-4024-28C7-F0BC-59099A5FC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Inicio</a:t>
            </a:r>
            <a:r>
              <a:rPr lang="en-US" dirty="0"/>
              <a:t> de </a:t>
            </a:r>
            <a:r>
              <a:rPr lang="en-US" dirty="0" err="1"/>
              <a:t>Sesion</a:t>
            </a:r>
            <a:r>
              <a:rPr lang="en-US" dirty="0"/>
              <a:t> V. </a:t>
            </a:r>
            <a:r>
              <a:rPr lang="en-US" dirty="0" err="1"/>
              <a:t>Cliente</a:t>
            </a:r>
            <a:endParaRPr lang="es-419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002B54E-239F-C292-0472-631C0C51ED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1248" y="1949450"/>
            <a:ext cx="6509503" cy="4195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127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1174801-1395-44C5-9B00-CCAC45C05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BEE602-02D2-420A-AFC1-438A1699A5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6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480FE67-E0C4-03A9-E88E-DD014009C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847"/>
            <a:ext cx="3962400" cy="2895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>
                <a:solidFill>
                  <a:schemeClr val="tx2"/>
                </a:solidFill>
              </a:rPr>
              <a:t>Dashboard V. Cliente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F10D3611-1147-1459-F9AD-58B9AFAA78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6557" y="1085799"/>
            <a:ext cx="6402214" cy="37613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3FAB79E-1E1B-4287-B4EA-26E497404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30812"/>
            <a:ext cx="12192000" cy="112718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22256D1-A993-4D2E-943C-2E87F8BFC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60" y="5730813"/>
            <a:ext cx="12191999" cy="1127186"/>
          </a:xfrm>
          <a:prstGeom prst="rect">
            <a:avLst/>
          </a:prstGeom>
          <a:blipFill dpi="0" rotWithShape="1">
            <a:blip r:embed="rId4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956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9EDB4A-1450-9C0E-924D-7A6A83103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Dashboard V. </a:t>
            </a:r>
            <a:r>
              <a:rPr lang="en-US" dirty="0" err="1"/>
              <a:t>Vendedor</a:t>
            </a:r>
            <a:endParaRPr lang="es-419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69FE4E6-3A9B-4369-DBDB-7BE1AE913A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2217" y="1949450"/>
            <a:ext cx="6487566" cy="4195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093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F1174801-1395-44C5-9B00-CCAC45C05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BEE602-02D2-420A-AFC1-438A1699A5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6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0D7F002-BA44-FF78-7A66-355696588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847"/>
            <a:ext cx="3962400" cy="2895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>
                <a:solidFill>
                  <a:schemeClr val="tx2"/>
                </a:solidFill>
              </a:rPr>
              <a:t>Dashboard V. Super Usuario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91143EFC-3D3D-C1BA-FCC3-D6807D43A6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479"/>
          <a:stretch>
            <a:fillRect/>
          </a:stretch>
        </p:blipFill>
        <p:spPr>
          <a:xfrm>
            <a:off x="5186557" y="1166190"/>
            <a:ext cx="6402214" cy="3600517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B3FAB79E-1E1B-4287-B4EA-26E497404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30812"/>
            <a:ext cx="12192000" cy="112718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2256D1-A993-4D2E-943C-2E87F8BFC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60" y="5730813"/>
            <a:ext cx="12191999" cy="1127186"/>
          </a:xfrm>
          <a:prstGeom prst="rect">
            <a:avLst/>
          </a:prstGeom>
          <a:blipFill dpi="0" rotWithShape="1">
            <a:blip r:embed="rId4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455852"/>
      </p:ext>
    </p:extLst>
  </p:cSld>
  <p:clrMapOvr>
    <a:masterClrMapping/>
  </p:clrMapOvr>
</p:sld>
</file>

<file path=ppt/theme/theme1.xml><?xml version="1.0" encoding="utf-8"?>
<a:theme xmlns:a="http://schemas.openxmlformats.org/drawingml/2006/main" name="BlockprintVTI">
  <a:themeElements>
    <a:clrScheme name="Custom 69">
      <a:dk1>
        <a:sysClr val="windowText" lastClr="000000"/>
      </a:dk1>
      <a:lt1>
        <a:sysClr val="window" lastClr="FFFFFF"/>
      </a:lt1>
      <a:dk2>
        <a:srgbClr val="44131A"/>
      </a:dk2>
      <a:lt2>
        <a:srgbClr val="F2ECEA"/>
      </a:lt2>
      <a:accent1>
        <a:srgbClr val="A62C52"/>
      </a:accent1>
      <a:accent2>
        <a:srgbClr val="A7928D"/>
      </a:accent2>
      <a:accent3>
        <a:srgbClr val="307C71"/>
      </a:accent3>
      <a:accent4>
        <a:srgbClr val="41575D"/>
      </a:accent4>
      <a:accent5>
        <a:srgbClr val="8FA3A3"/>
      </a:accent5>
      <a:accent6>
        <a:srgbClr val="CA8370"/>
      </a:accent6>
      <a:hlink>
        <a:srgbClr val="D13D6E"/>
      </a:hlink>
      <a:folHlink>
        <a:srgbClr val="6C9D92"/>
      </a:folHlink>
    </a:clrScheme>
    <a:fontScheme name="Custom 56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printVTI" id="{AA8C8908-6BA4-477C-AEA4-CB6C32A1FE3B}" vid="{36392749-7C1D-4938-93BB-440CD2A1B0A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30</Words>
  <Application>Microsoft Office PowerPoint</Application>
  <PresentationFormat>Panorámica</PresentationFormat>
  <Paragraphs>6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Avenir Next LT Pro</vt:lpstr>
      <vt:lpstr>AvenirNext LT Pro Medium</vt:lpstr>
      <vt:lpstr>BlockprintVTI</vt:lpstr>
      <vt:lpstr>Sistema Alquiler Vehiculos.</vt:lpstr>
      <vt:lpstr>Inicio de Sesion V. Cliente</vt:lpstr>
      <vt:lpstr>Dashboard V. Cliente</vt:lpstr>
      <vt:lpstr>Dashboard V. Vendedor</vt:lpstr>
      <vt:lpstr>Dashboard V. Super Usuario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GADEA</dc:creator>
  <cp:lastModifiedBy>LUIS GADEA</cp:lastModifiedBy>
  <cp:revision>2</cp:revision>
  <dcterms:created xsi:type="dcterms:W3CDTF">2026-04-17T04:43:08Z</dcterms:created>
  <dcterms:modified xsi:type="dcterms:W3CDTF">2026-04-17T04:50:21Z</dcterms:modified>
</cp:coreProperties>
</file>